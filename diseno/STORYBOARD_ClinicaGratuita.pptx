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72" d="100"/>
          <a:sy n="72" d="100"/>
        </p:scale>
        <p:origin x="90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E564D-4E92-4868-8105-2AC21EA1D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CB9EE-E02F-460F-B03F-F3225A809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CD0AD4-6837-40BE-99A3-F09CE988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69B49E-4D92-4B6D-9BE0-BA36E8A3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FA4C52-4BFD-49F1-A79E-710CC559F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479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84393-F1C3-4A27-AE68-3C0F6FF2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00C72B-1D9A-40EA-9F4A-6D50C73C5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63F302-18C9-430F-A069-702BB0F1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09EE78-CCFD-4E1F-864C-E24FCDD8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C3B749-6F95-450A-934A-B5BE2E48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591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8AB67-98A4-4B59-A990-CB6F1EF9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060161-0D6D-48E1-994E-BC23ECAB6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610115-C428-41C7-B2A1-7C294446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1D9EB2-6128-41BD-8180-384D9F8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23E8A1-6B56-4D28-924C-A1E0DA94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805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F1D61-3B34-4DAE-BA45-3C1730BB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259CB4-99ED-4350-AA91-BC3614379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969A6B-A658-46F1-A7F0-0762E63DF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CB230C-40E1-4F55-9D05-2731C961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40EDD9-1174-4CD7-B21F-3936143E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7AD153-AFF8-41A6-83EA-641AF1FB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6974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31E31-B843-4EB1-847F-8C24B6EC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98ADE9-184C-461A-B8E7-0F96BD093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9AEAE9-C39B-4A15-8FFE-01D615079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F1DB80-1E0B-4271-86D0-27A293B8A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0CBD837-BCA7-43E3-AC77-B1FE31100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043CC54-2569-4D67-B4BD-6755C029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D1DCA6-C3BB-4FEC-9885-307C25423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66EC6B8-70A2-4A38-BB00-552DA632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151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EF632-3E93-4DF6-8DDE-15581B95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E1137B-4D74-4F9D-AD67-75BE925D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B116AC-9689-4A99-AC56-34170E97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1E0C85-593B-4167-B6C1-2FBF277F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82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7B48C8-D4E8-4BE5-BF2D-DB8695F7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6F6D82-2F24-4C13-856A-DAD2A0C6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6105AD-B765-4953-A57A-20EAEDA1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46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588B7-AAA5-49BB-8ECD-CF5C0552A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033EF3-9475-4739-8029-239C4F6FE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915F22-0310-44FC-AEAD-21BC86886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8EEDF4-DDF8-4140-AC8A-20893F71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E0A0DD-12B0-4259-A605-AB147107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0754F7-CF0B-4160-A82E-CDF69934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783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31FB8-CB93-4B8C-973F-A3C64BBD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49709B-392A-42B9-BD17-ABB9ED855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6B48FB-48B7-4DA2-9DB8-0A21B90C1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77DABC-7910-45E7-AF98-050B8EEC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8BA7E9-CBB5-498C-A71C-A2E4691F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DCAD8D-E139-4357-BBB3-1B2C2C7B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289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E145A-0C23-4EEE-8F2A-DCB91A76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9571F3-385E-4416-8DA9-893530A7F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43A788-E6D7-485A-8205-3EAD3611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1AA313-F774-4294-A0C0-9FD907A2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2AE370-C172-47F9-8223-07D50DBC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495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688008-FD7B-4FCF-B7AB-08BA37293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A913F7-91C5-41DC-BB61-D2486E22B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A2CE0-FCB7-4299-9069-45E72659D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5539C0-7AA7-4804-B304-3FF30AC3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D7A0B9-A39F-4001-A836-B429BDCA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220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D44A8AE-236B-4107-8F7D-94303514B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32541D-E55E-4219-BB45-838B3FB64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C13BEF-D7F7-4C48-8029-E1485B4A5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427C6-C05C-428C-B76E-74B4E28D6901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42829-1B9A-41D3-82D5-8B1A2D0C4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72957C-388B-4106-AFB4-78735340F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CE0F3-B8F3-4E35-8175-98093A6042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846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2ABEB-80FE-4F34-A31E-D58195A9A3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STORYBOARD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B98B3E-C21D-4E40-9EB4-808E95A688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Clínica Gratuita</a:t>
            </a:r>
          </a:p>
        </p:txBody>
      </p:sp>
    </p:spTree>
    <p:extLst>
      <p:ext uri="{BB962C8B-B14F-4D97-AF65-F5344CB8AC3E}">
        <p14:creationId xmlns:p14="http://schemas.microsoft.com/office/powerpoint/2010/main" val="265622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D2BCA4-4A4A-4B06-8036-93C0937B3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121" y="134470"/>
            <a:ext cx="8094419" cy="6589059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2F289D09-6489-4530-98D9-E98DAC041366}"/>
              </a:ext>
            </a:extLst>
          </p:cNvPr>
          <p:cNvSpPr/>
          <p:nvPr/>
        </p:nvSpPr>
        <p:spPr>
          <a:xfrm>
            <a:off x="3008244" y="1773298"/>
            <a:ext cx="3320527" cy="7100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BF2822D3-C474-426A-A35D-5D960CE6BFF1}"/>
              </a:ext>
            </a:extLst>
          </p:cNvPr>
          <p:cNvSpPr/>
          <p:nvPr/>
        </p:nvSpPr>
        <p:spPr>
          <a:xfrm>
            <a:off x="6820892" y="1773298"/>
            <a:ext cx="3320527" cy="7100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ectángulo: esquinas redondeadas 7">
            <a:hlinkClick r:id="rId5" action="ppaction://hlinksldjump"/>
            <a:extLst>
              <a:ext uri="{FF2B5EF4-FFF2-40B4-BE49-F238E27FC236}">
                <a16:creationId xmlns:a16="http://schemas.microsoft.com/office/drawing/2014/main" id="{A401B3D5-A950-47F6-9E41-109ABFFF42AA}"/>
              </a:ext>
            </a:extLst>
          </p:cNvPr>
          <p:cNvSpPr/>
          <p:nvPr/>
        </p:nvSpPr>
        <p:spPr>
          <a:xfrm>
            <a:off x="3008243" y="2718995"/>
            <a:ext cx="3320527" cy="7100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Rectángulo: esquinas redondeadas 8">
            <a:hlinkClick r:id="rId6" action="ppaction://hlinksldjump"/>
            <a:extLst>
              <a:ext uri="{FF2B5EF4-FFF2-40B4-BE49-F238E27FC236}">
                <a16:creationId xmlns:a16="http://schemas.microsoft.com/office/drawing/2014/main" id="{11F7D737-391B-45E9-9A7C-EC9DE932FEF8}"/>
              </a:ext>
            </a:extLst>
          </p:cNvPr>
          <p:cNvSpPr/>
          <p:nvPr/>
        </p:nvSpPr>
        <p:spPr>
          <a:xfrm>
            <a:off x="6797892" y="2718995"/>
            <a:ext cx="3320527" cy="7100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: esquinas redondeadas 9">
            <a:hlinkClick r:id="rId7" action="ppaction://hlinksldjump"/>
            <a:extLst>
              <a:ext uri="{FF2B5EF4-FFF2-40B4-BE49-F238E27FC236}">
                <a16:creationId xmlns:a16="http://schemas.microsoft.com/office/drawing/2014/main" id="{63A1C3E7-3B6F-4C08-9727-094F5C96DC22}"/>
              </a:ext>
            </a:extLst>
          </p:cNvPr>
          <p:cNvSpPr/>
          <p:nvPr/>
        </p:nvSpPr>
        <p:spPr>
          <a:xfrm>
            <a:off x="3008242" y="3664695"/>
            <a:ext cx="3320527" cy="7100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3193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E426A6-AADA-40BC-BD9D-1F79D5EF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165" y="209100"/>
            <a:ext cx="6315956" cy="6439799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7DB930F-740E-4098-BB88-88E55F1EE558}"/>
              </a:ext>
            </a:extLst>
          </p:cNvPr>
          <p:cNvSpPr/>
          <p:nvPr/>
        </p:nvSpPr>
        <p:spPr>
          <a:xfrm>
            <a:off x="6217935" y="5685181"/>
            <a:ext cx="1099930" cy="3975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: esquinas redondeadas 8">
            <a:hlinkClick r:id="rId3" action="ppaction://hlinksldjump"/>
            <a:extLst>
              <a:ext uri="{FF2B5EF4-FFF2-40B4-BE49-F238E27FC236}">
                <a16:creationId xmlns:a16="http://schemas.microsoft.com/office/drawing/2014/main" id="{9DB59A3D-6A55-4B80-999F-98CA00335280}"/>
              </a:ext>
            </a:extLst>
          </p:cNvPr>
          <p:cNvSpPr/>
          <p:nvPr/>
        </p:nvSpPr>
        <p:spPr>
          <a:xfrm>
            <a:off x="5974066" y="5890590"/>
            <a:ext cx="1099930" cy="38431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: esquinas redondeadas 9">
            <a:hlinkClick r:id="rId4" action="ppaction://hlinksldjump"/>
            <a:extLst>
              <a:ext uri="{FF2B5EF4-FFF2-40B4-BE49-F238E27FC236}">
                <a16:creationId xmlns:a16="http://schemas.microsoft.com/office/drawing/2014/main" id="{49DDEA60-295F-4D22-BB61-2554B341A207}"/>
              </a:ext>
            </a:extLst>
          </p:cNvPr>
          <p:cNvSpPr/>
          <p:nvPr/>
        </p:nvSpPr>
        <p:spPr>
          <a:xfrm>
            <a:off x="7317865" y="5883963"/>
            <a:ext cx="1441822" cy="38431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293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CEB9BE4-E6A4-45A8-97E7-36F54CB88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820" y="1210298"/>
            <a:ext cx="4757362" cy="3985898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C20AA591-919F-45D3-81F2-3A3713E23532}"/>
              </a:ext>
            </a:extLst>
          </p:cNvPr>
          <p:cNvSpPr/>
          <p:nvPr/>
        </p:nvSpPr>
        <p:spPr>
          <a:xfrm>
            <a:off x="4532241" y="4253947"/>
            <a:ext cx="1802297" cy="5168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8B868730-720E-45BC-B981-40F16CDBFA55}"/>
              </a:ext>
            </a:extLst>
          </p:cNvPr>
          <p:cNvSpPr/>
          <p:nvPr/>
        </p:nvSpPr>
        <p:spPr>
          <a:xfrm>
            <a:off x="6473684" y="4253947"/>
            <a:ext cx="1802297" cy="5168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783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559B478-1A37-41B1-88D1-CB3B4D158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232" y="814022"/>
            <a:ext cx="6163535" cy="5229955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1B7F821C-0009-4878-920C-A70BEA7D6F97}"/>
              </a:ext>
            </a:extLst>
          </p:cNvPr>
          <p:cNvSpPr/>
          <p:nvPr/>
        </p:nvSpPr>
        <p:spPr>
          <a:xfrm>
            <a:off x="5976731" y="5406887"/>
            <a:ext cx="795130" cy="3180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EF30DCE1-CBEE-44D9-ACC1-FD4456B73C4E}"/>
              </a:ext>
            </a:extLst>
          </p:cNvPr>
          <p:cNvSpPr/>
          <p:nvPr/>
        </p:nvSpPr>
        <p:spPr>
          <a:xfrm>
            <a:off x="6884504" y="5353878"/>
            <a:ext cx="1981199" cy="37106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875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920E0A-C2A4-4AF7-ADF9-D4CDD06DD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491" y="1283395"/>
            <a:ext cx="4773918" cy="4086150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2AD57EA8-9F61-4E78-8093-7D7A5CE2B70E}"/>
              </a:ext>
            </a:extLst>
          </p:cNvPr>
          <p:cNvSpPr/>
          <p:nvPr/>
        </p:nvSpPr>
        <p:spPr>
          <a:xfrm>
            <a:off x="4320208" y="4459357"/>
            <a:ext cx="1895062" cy="4903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68375C4C-030C-466C-A197-6B770BD4DB88}"/>
              </a:ext>
            </a:extLst>
          </p:cNvPr>
          <p:cNvSpPr/>
          <p:nvPr/>
        </p:nvSpPr>
        <p:spPr>
          <a:xfrm>
            <a:off x="6334538" y="4459357"/>
            <a:ext cx="1775793" cy="4903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440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EB87566-3E56-4DC7-913E-0F4C34B80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69" y="0"/>
            <a:ext cx="8385326" cy="6778791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486DB160-B0B7-4717-B2C8-C900E1084480}"/>
              </a:ext>
            </a:extLst>
          </p:cNvPr>
          <p:cNvSpPr/>
          <p:nvPr/>
        </p:nvSpPr>
        <p:spPr>
          <a:xfrm>
            <a:off x="2160105" y="1696278"/>
            <a:ext cx="7474225" cy="5168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7B129B87-84B4-4741-899B-798570058984}"/>
              </a:ext>
            </a:extLst>
          </p:cNvPr>
          <p:cNvSpPr/>
          <p:nvPr/>
        </p:nvSpPr>
        <p:spPr>
          <a:xfrm>
            <a:off x="6202017" y="5936974"/>
            <a:ext cx="1046922" cy="41081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4493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56EB622-B90F-4703-A024-AAB4EDA5F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550" y="0"/>
            <a:ext cx="8506558" cy="6858000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A265910D-B00D-43ED-A0F1-A32610580A78}"/>
              </a:ext>
            </a:extLst>
          </p:cNvPr>
          <p:cNvSpPr/>
          <p:nvPr/>
        </p:nvSpPr>
        <p:spPr>
          <a:xfrm>
            <a:off x="2319130" y="2570922"/>
            <a:ext cx="7540487" cy="304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786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8F59DAE-C133-430F-8FE9-59857BAF5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20" y="0"/>
            <a:ext cx="8538882" cy="6858000"/>
          </a:xfrm>
          <a:prstGeom prst="rect">
            <a:avLst/>
          </a:prstGeom>
        </p:spPr>
      </p:pic>
      <p:sp>
        <p:nvSpPr>
          <p:cNvPr id="8" name="Rectángulo: esquinas redondeadas 7">
            <a:hlinkClick r:id="rId3" action="ppaction://hlinksldjump"/>
            <a:extLst>
              <a:ext uri="{FF2B5EF4-FFF2-40B4-BE49-F238E27FC236}">
                <a16:creationId xmlns:a16="http://schemas.microsoft.com/office/drawing/2014/main" id="{19B45103-A9A9-42E6-B4EC-F8458E68B273}"/>
              </a:ext>
            </a:extLst>
          </p:cNvPr>
          <p:cNvSpPr/>
          <p:nvPr/>
        </p:nvSpPr>
        <p:spPr>
          <a:xfrm>
            <a:off x="2199861" y="3591339"/>
            <a:ext cx="7699513" cy="3975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496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D8DFB15-90F8-4455-A304-AB9DED85C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09" y="0"/>
            <a:ext cx="6583030" cy="6695823"/>
          </a:xfrm>
          <a:prstGeom prst="rect">
            <a:avLst/>
          </a:prstGeom>
        </p:spPr>
      </p:pic>
      <p:sp>
        <p:nvSpPr>
          <p:cNvPr id="8" name="Rectángulo: esquinas redondeadas 7">
            <a:hlinkClick r:id="rId3" action="ppaction://hlinksldjump"/>
            <a:extLst>
              <a:ext uri="{FF2B5EF4-FFF2-40B4-BE49-F238E27FC236}">
                <a16:creationId xmlns:a16="http://schemas.microsoft.com/office/drawing/2014/main" id="{EAA25104-11F3-413E-821F-414F62A64518}"/>
              </a:ext>
            </a:extLst>
          </p:cNvPr>
          <p:cNvSpPr/>
          <p:nvPr/>
        </p:nvSpPr>
        <p:spPr>
          <a:xfrm>
            <a:off x="2928730" y="3750365"/>
            <a:ext cx="2358887" cy="280946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679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A594428-9777-4707-AE47-AF296C667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342" y="0"/>
            <a:ext cx="6021867" cy="6843031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C05384B7-67C1-4326-9B15-06AF929551BB}"/>
              </a:ext>
            </a:extLst>
          </p:cNvPr>
          <p:cNvSpPr/>
          <p:nvPr/>
        </p:nvSpPr>
        <p:spPr>
          <a:xfrm>
            <a:off x="6096000" y="159026"/>
            <a:ext cx="2796209" cy="451899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7442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9692B1A-4782-4E55-BE47-F9A7C8EA0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84" y="-1"/>
            <a:ext cx="8337693" cy="6807358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B7515C3E-22C7-4104-AFD2-D4EC795F64C7}"/>
              </a:ext>
            </a:extLst>
          </p:cNvPr>
          <p:cNvSpPr/>
          <p:nvPr/>
        </p:nvSpPr>
        <p:spPr>
          <a:xfrm>
            <a:off x="7407965" y="5950226"/>
            <a:ext cx="2160105" cy="46382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10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005B1D0-853A-4AE6-B4B9-C51380720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99" y="1289662"/>
            <a:ext cx="5064602" cy="3282338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E9EC1162-2260-4A3F-A9AF-92FCCEE08579}"/>
              </a:ext>
            </a:extLst>
          </p:cNvPr>
          <p:cNvSpPr/>
          <p:nvPr/>
        </p:nvSpPr>
        <p:spPr>
          <a:xfrm>
            <a:off x="4002156" y="3604592"/>
            <a:ext cx="2093844" cy="5433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65BB9CB4-8448-4571-9316-083B4A3ECB27}"/>
              </a:ext>
            </a:extLst>
          </p:cNvPr>
          <p:cNvSpPr/>
          <p:nvPr/>
        </p:nvSpPr>
        <p:spPr>
          <a:xfrm>
            <a:off x="6188765" y="3604592"/>
            <a:ext cx="2093844" cy="5433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8927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26606F-B283-4E08-BD24-7E8DDAED3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061" y="253281"/>
            <a:ext cx="7577791" cy="63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4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97A05CB-0EA1-494F-A137-A906C75AF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020" y="0"/>
            <a:ext cx="7442363" cy="6858000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34413390-A865-4732-8420-240DAEEBC9F4}"/>
              </a:ext>
            </a:extLst>
          </p:cNvPr>
          <p:cNvSpPr/>
          <p:nvPr/>
        </p:nvSpPr>
        <p:spPr>
          <a:xfrm>
            <a:off x="2557670" y="2438400"/>
            <a:ext cx="6983895" cy="34985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B642DB7E-D4C7-430C-B212-7AFD366E51BA}"/>
              </a:ext>
            </a:extLst>
          </p:cNvPr>
          <p:cNvSpPr/>
          <p:nvPr/>
        </p:nvSpPr>
        <p:spPr>
          <a:xfrm>
            <a:off x="7063409" y="6294783"/>
            <a:ext cx="901148" cy="3975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: esquinas redondeadas 7">
            <a:hlinkClick r:id="rId3" action="ppaction://hlinksldjump"/>
            <a:extLst>
              <a:ext uri="{FF2B5EF4-FFF2-40B4-BE49-F238E27FC236}">
                <a16:creationId xmlns:a16="http://schemas.microsoft.com/office/drawing/2014/main" id="{30D79592-2DD9-4176-A81A-0B3EAF93A9C3}"/>
              </a:ext>
            </a:extLst>
          </p:cNvPr>
          <p:cNvSpPr/>
          <p:nvPr/>
        </p:nvSpPr>
        <p:spPr>
          <a:xfrm>
            <a:off x="8097078" y="6294783"/>
            <a:ext cx="1444487" cy="3975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9715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5FBB1E3-A111-4CD0-BEB8-12AE92B36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089" y="0"/>
            <a:ext cx="8245821" cy="6858000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46C22ABE-97DD-4C9D-8C46-E01048730090}"/>
              </a:ext>
            </a:extLst>
          </p:cNvPr>
          <p:cNvSpPr/>
          <p:nvPr/>
        </p:nvSpPr>
        <p:spPr>
          <a:xfrm>
            <a:off x="7792278" y="6440557"/>
            <a:ext cx="755374" cy="2915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6914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3FC5D9-7E09-41DF-95C4-F260131F9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10" y="0"/>
            <a:ext cx="8451180" cy="6858000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FAC4EB24-C83A-4499-BC1B-BD880649A4BD}"/>
              </a:ext>
            </a:extLst>
          </p:cNvPr>
          <p:cNvSpPr/>
          <p:nvPr/>
        </p:nvSpPr>
        <p:spPr>
          <a:xfrm>
            <a:off x="7712765" y="6347791"/>
            <a:ext cx="808383" cy="3180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40E51A8-749B-46CB-82C0-F4D5744F919F}"/>
              </a:ext>
            </a:extLst>
          </p:cNvPr>
          <p:cNvSpPr/>
          <p:nvPr/>
        </p:nvSpPr>
        <p:spPr>
          <a:xfrm>
            <a:off x="8666922" y="6347791"/>
            <a:ext cx="1431235" cy="3180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: esquinas redondeadas 7">
            <a:hlinkClick r:id="rId4" action="ppaction://hlinksldjump"/>
            <a:extLst>
              <a:ext uri="{FF2B5EF4-FFF2-40B4-BE49-F238E27FC236}">
                <a16:creationId xmlns:a16="http://schemas.microsoft.com/office/drawing/2014/main" id="{8BBEA6DA-B6B7-41D9-ABF3-AFD64C0D7C50}"/>
              </a:ext>
            </a:extLst>
          </p:cNvPr>
          <p:cNvSpPr/>
          <p:nvPr/>
        </p:nvSpPr>
        <p:spPr>
          <a:xfrm>
            <a:off x="8666922" y="6347791"/>
            <a:ext cx="1431235" cy="3180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728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A44E902-E420-495C-B97B-8F3DFEED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30" y="23337"/>
            <a:ext cx="8697539" cy="6811326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EBEEEFCA-793E-4811-9011-F15735CCA1BF}"/>
              </a:ext>
            </a:extLst>
          </p:cNvPr>
          <p:cNvSpPr/>
          <p:nvPr/>
        </p:nvSpPr>
        <p:spPr>
          <a:xfrm>
            <a:off x="8786191" y="6361043"/>
            <a:ext cx="1658578" cy="357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7052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5798B3E-414E-404B-9B54-6EB4C94E7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351" y="1084252"/>
            <a:ext cx="5686666" cy="4194309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615F00D3-2272-46A9-99D9-E0991A0A7ECF}"/>
              </a:ext>
            </a:extLst>
          </p:cNvPr>
          <p:cNvSpPr/>
          <p:nvPr/>
        </p:nvSpPr>
        <p:spPr>
          <a:xfrm>
            <a:off x="4200939" y="4081670"/>
            <a:ext cx="2107096" cy="5698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hlinkClick r:id="rId4" action="ppaction://hlinksldjump"/>
            <a:extLst>
              <a:ext uri="{FF2B5EF4-FFF2-40B4-BE49-F238E27FC236}">
                <a16:creationId xmlns:a16="http://schemas.microsoft.com/office/drawing/2014/main" id="{561578C6-EB2E-4E15-92E5-7E2475546E07}"/>
              </a:ext>
            </a:extLst>
          </p:cNvPr>
          <p:cNvSpPr/>
          <p:nvPr/>
        </p:nvSpPr>
        <p:spPr>
          <a:xfrm>
            <a:off x="6520070" y="4081670"/>
            <a:ext cx="2107096" cy="5698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4618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878DE38-7280-43A3-A402-7BD782A1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874" y="0"/>
            <a:ext cx="9261315" cy="6857999"/>
          </a:xfrm>
          <a:prstGeom prst="rect">
            <a:avLst/>
          </a:prstGeom>
        </p:spPr>
      </p:pic>
      <p:sp>
        <p:nvSpPr>
          <p:cNvPr id="8" name="Rectángulo: esquinas redondeadas 7">
            <a:hlinkClick r:id="rId3" action="ppaction://hlinksldjump"/>
            <a:extLst>
              <a:ext uri="{FF2B5EF4-FFF2-40B4-BE49-F238E27FC236}">
                <a16:creationId xmlns:a16="http://schemas.microsoft.com/office/drawing/2014/main" id="{C5907AD4-7045-4578-8342-2675CB8C7248}"/>
              </a:ext>
            </a:extLst>
          </p:cNvPr>
          <p:cNvSpPr/>
          <p:nvPr/>
        </p:nvSpPr>
        <p:spPr>
          <a:xfrm>
            <a:off x="9170504" y="1113183"/>
            <a:ext cx="1470992" cy="3975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: esquinas redondeadas 8">
            <a:hlinkClick r:id="rId4" action="ppaction://hlinksldjump"/>
            <a:extLst>
              <a:ext uri="{FF2B5EF4-FFF2-40B4-BE49-F238E27FC236}">
                <a16:creationId xmlns:a16="http://schemas.microsoft.com/office/drawing/2014/main" id="{401E4C4E-06A8-45E9-9CD8-F9AE8CA7BB68}"/>
              </a:ext>
            </a:extLst>
          </p:cNvPr>
          <p:cNvSpPr/>
          <p:nvPr/>
        </p:nvSpPr>
        <p:spPr>
          <a:xfrm>
            <a:off x="5102087" y="6215270"/>
            <a:ext cx="1987826" cy="34455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: esquinas redondeadas 9">
            <a:hlinkClick r:id="rId5" action="ppaction://hlinksldjump"/>
            <a:extLst>
              <a:ext uri="{FF2B5EF4-FFF2-40B4-BE49-F238E27FC236}">
                <a16:creationId xmlns:a16="http://schemas.microsoft.com/office/drawing/2014/main" id="{6E40EF19-1E22-41D4-B54A-E6913FBCCA74}"/>
              </a:ext>
            </a:extLst>
          </p:cNvPr>
          <p:cNvSpPr/>
          <p:nvPr/>
        </p:nvSpPr>
        <p:spPr>
          <a:xfrm>
            <a:off x="8998226" y="6215270"/>
            <a:ext cx="1643270" cy="34455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9377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FA4A74-A981-44BC-B596-496D37198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89" y="1447523"/>
            <a:ext cx="7316221" cy="3962953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810DE5B8-22D5-4972-91CD-5150BDBFCF6D}"/>
              </a:ext>
            </a:extLst>
          </p:cNvPr>
          <p:cNvSpPr/>
          <p:nvPr/>
        </p:nvSpPr>
        <p:spPr>
          <a:xfrm>
            <a:off x="8812696" y="4943061"/>
            <a:ext cx="702365" cy="304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0390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1F3EF2-9F3A-4EE3-B607-C426E3F6F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446" y="1291504"/>
            <a:ext cx="5093363" cy="3850340"/>
          </a:xfrm>
          <a:prstGeom prst="rect">
            <a:avLst/>
          </a:prstGeom>
        </p:spPr>
      </p:pic>
      <p:sp>
        <p:nvSpPr>
          <p:cNvPr id="6" name="Rectángulo: esquinas redondeadas 5">
            <a:hlinkClick r:id="rId3" action="ppaction://hlinksldjump"/>
            <a:extLst>
              <a:ext uri="{FF2B5EF4-FFF2-40B4-BE49-F238E27FC236}">
                <a16:creationId xmlns:a16="http://schemas.microsoft.com/office/drawing/2014/main" id="{547948F4-E50F-493F-AD2B-ABE86AE12D0A}"/>
              </a:ext>
            </a:extLst>
          </p:cNvPr>
          <p:cNvSpPr/>
          <p:nvPr/>
        </p:nvSpPr>
        <p:spPr>
          <a:xfrm>
            <a:off x="5579165" y="4227443"/>
            <a:ext cx="1325218" cy="5035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5617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</Words>
  <Application>Microsoft Office PowerPoint</Application>
  <PresentationFormat>Panorámica</PresentationFormat>
  <Paragraphs>2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STORYBOARD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STORYBOARD</dc:title>
  <dc:creator>Christian Lafayette Martinez Perez</dc:creator>
  <cp:lastModifiedBy>Christian Lafayette Martinez Perez</cp:lastModifiedBy>
  <cp:revision>8</cp:revision>
  <dcterms:created xsi:type="dcterms:W3CDTF">2026-02-13T19:09:27Z</dcterms:created>
  <dcterms:modified xsi:type="dcterms:W3CDTF">2026-02-13T19:55:08Z</dcterms:modified>
</cp:coreProperties>
</file>